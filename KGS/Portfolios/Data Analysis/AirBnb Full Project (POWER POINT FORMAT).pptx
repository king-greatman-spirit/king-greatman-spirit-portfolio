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72987D2-5551-4F10-936B-5B5CA873E7E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AirBnb Full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E77BE8B-2DC7-4F07-9F3A-339FEFAFCC3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05/05/2023 18:37:25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688692F7-23B5-4814-A24D-14D75C80B4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" y="609600"/>
            <a:ext cx="1100137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2023-05-05T16:37:34Z</dcterms:created>
  <dcterms:modified xsi:type="dcterms:W3CDTF">2023-05-05T16:37:34Z</dcterms:modified>
</cp:coreProperties>
</file>